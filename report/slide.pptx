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28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Report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Analysis  ·  Inheritance &amp; Divorce Law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Jurisdictions: </a:t>
            </a:r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Estonia · Italy · Slovenia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RAGAS Evaluation · 30 QA pairs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23,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 Playground (LangChain)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Document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Estonia, Italy, Slovenia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Areas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Divorce Law, Inheritance 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(temp=0.2) via OpenRouter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sentence-transformers/all-MiniLM-L6-v2 (384D, CPU)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(3 indexes: General, Divorce, Inheritance)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Framework — 30 QA pairs (10 per agent)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legal articles + case law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Scorecard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68680"/>
          <a:ext cx="87782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822960"/>
                <a:gridCol w="914400"/>
                <a:gridCol w="914400"/>
                <a:gridCol w="914400"/>
                <a:gridCol w="82296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 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Production 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0.558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Experimental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Legal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 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Shelved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651760"/>
            <a:ext cx="8412480" cy="214884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6974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
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Precision = 0.800 for ALL agents → Embedding quality is NOT the bottleneck
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Faithfulness gap of 27% between Single (0.827) vs Multi-Agent (0.558) — architectural, not a training issue
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Simplicity wins: fewer pipeline stages = fewer failure modes = better metrics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466344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Legal Documents (JSON)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Divorce &amp; Inheritance articles from 3 jurisdictions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Loader &amp; Parser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text + metadata (law type, jurisdiction, cost, duration)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Embedding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all-MiniLM-L6-v2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384-dimensional vectors, L2-normalized, CPU-only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Indexing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Vector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separate indexes: General / Divorce / Inheritance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Parallel RAG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· Multi-Agent · Hybrid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 GPT-4o-mini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temp=0.2, max_tokens=512, low hallucination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metrics computed on top-10 retrieved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194560"/>
              </a:tblGrid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Legal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+ Sub-agents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Metadata-aware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(single 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LLM-based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Schema-based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LLM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combines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Schema-validated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chars per sub-agent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chars +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(0.827)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Relevancy (0.827)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Weakness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corpus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in 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Production 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Experimental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Needs Redesign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68680"/>
          <a:ext cx="8778240" cy="393192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2834640"/>
                <a:gridCol w="2743200"/>
              </a:tblGrid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Legal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RAGConfig &amp;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Supervisor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legal metadata from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embedding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all DB descriptions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schema mapping (JSON validation)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FAISS vector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DB metadata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metadata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(top-10)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routes question to DB(s)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semantic search (top-10)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filter (≥0.1)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 run Single RAG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metadata hard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context (4000 chars)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sub-agent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inference (temp=0.2)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synthesizes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structured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answer + 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final answer + all 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answer + metadata + 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Metric Definitions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560320"/>
                <a:gridCol w="82296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retrieved docs relevant to the question?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docs / Total retrieved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retrieved context cover ground truth?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ground truth / Total ground truth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answer grounded in retrieved context?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claims / Total claims in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Relevancy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answer address the question asked?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 of question ↔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Correctness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answer factually correct?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match vs reference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evaluated on top-10 retrieved documents per query. Lower temperature (0.2) reduces LLM randomness but does not fully prevent Multi-Agent hallucination — architecture is the root cause.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 Faithfulness Gap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09878"/>
            <a:ext cx="1828800" cy="189052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4411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634490"/>
            <a:ext cx="1828800" cy="156591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687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Legal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924812"/>
            <a:ext cx="1828800" cy="12755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590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 rot="16200000">
            <a:off x="0" y="914400"/>
            <a:ext cx="457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82296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150876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108960"/>
              </a:tblGrid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(0.827)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LLM answers from retrieved context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already optimal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(0.558)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synthesis fills gaps with hallucinated 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 synthesis to aggregation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(0.685) 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constraints reduce context → LLM fills gaps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soft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Configuration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3192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560320"/>
                <a:gridCol w="2560320"/>
              </a:tblGrid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via OpenRouter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Cost-efficient, strong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low hallucination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Concise legal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 (384D)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CPU inference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cosine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coverage vs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poor 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LLM context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in-memory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QA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per agent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3192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2560320"/>
                <a:gridCol w="320040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 Wins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Single: 0.78 vs Multi: 0.72 vs Hybrid: 0.68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Single Agent for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Causes Hallucination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Faithfulness: 0.827 → 0.558 (−27%)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unsafe for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Filters Hurt 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Recall: 0.767 → 0.667 (−10%)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misses relevant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Not the Bottleneck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= 0.800 for ALL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architecture, not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Domain is Challenging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correctness only 70.8%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fine-tuning for 90%+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141732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914400"/>
                <a:gridCol w="3657600"/>
              </a:tblGrid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Deploy to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0.827, Correctness 0.708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Keep experimental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0.558 — hallucination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Shelve pending redesign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Legal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0.646 — over-constrained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7432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Roadmap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8595360" cy="169164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31089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Single 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production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synthesis redesign (constrained)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target ≥ 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3–4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implement soft metadata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target ≥ 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evaluation + cross-jurisdiction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Deeper understanding of failure modes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| Legal Document Analysis | Feb 2026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97280"/>
                <a:gridCol w="1097280"/>
                <a:gridCol w="1463040"/>
                <a:gridCol w="201168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 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0.558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Legal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 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2560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Vision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2926080"/>
            <a:ext cx="274320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Ensemble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3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learned weighting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metrics ≥ 0.80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2926080"/>
            <a:ext cx="274320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Fine-tuning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&amp; embeddings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legal domain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correctness ≥ 0.90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926080"/>
            <a:ext cx="274320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Multi-Agent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synthesis claims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faithfulness ≥ 0.80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"Deploy Single Agent now. Fix Multi-Agent. Redesign Hybrid. Combine them all."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- Performance Evaluation</dc:title>
  <dc:subject>PptxGenJS Presentation</dc:subject>
  <dc:creator>PptxGenJS</dc:creator>
  <cp:lastModifiedBy>PptxGenJS</cp:lastModifiedBy>
  <cp:revision>1</cp:revision>
  <dcterms:created xsi:type="dcterms:W3CDTF">2026-02-23T18:59:52Z</dcterms:created>
  <dcterms:modified xsi:type="dcterms:W3CDTF">2026-02-23T18:59:52Z</dcterms:modified>
</cp:coreProperties>
</file>